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quarterly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the quarterly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Unicode: café Ελληνικά 日本語</a:t>
            </a:r>
          </a:p>
        </p:txBody>
      </p:sp>
      <p:pic>
        <p:nvPicPr>
          <p:cNvPr id="4" name="Picture 3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274320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North 42 / South 27</a:t>
            </a:r>
          </a:p>
        </p:txBody>
      </p:sp>
      <p:pic>
        <p:nvPicPr>
          <p:cNvPr id="4" name="Picture 3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274320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